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 –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assumes a linear relationship between input (X) and output (Y).</a:t>
            </a:r>
          </a:p>
          <a:p>
            <a:r>
              <a:t>Hypothesis Function:</a:t>
            </a:r>
          </a:p>
          <a:p>
            <a:r>
              <a:t>h(x) = β₀ + β₁x</a:t>
            </a:r>
          </a:p>
          <a:p/>
          <a:p>
            <a:r>
              <a:t>β₀ = Intercept, β₁ = Slope</a:t>
            </a:r>
          </a:p>
          <a:p>
            <a:r>
              <a:t>Goal: Minimize error between predicted and actual values.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Linearity</a:t>
            </a:r>
          </a:p>
          <a:p>
            <a:r>
              <a:t>2. Independence</a:t>
            </a:r>
          </a:p>
          <a:p>
            <a:r>
              <a:t>3. Homoscedasticity</a:t>
            </a:r>
          </a:p>
          <a:p>
            <a:r>
              <a:t>4. Normality of errors</a:t>
            </a:r>
          </a:p>
          <a:p>
            <a:r>
              <a:t>5. No multicollinearity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is the average of values.</a:t>
            </a:r>
          </a:p>
          <a:p/>
          <a:p>
            <a:r>
              <a:t>Formula:</a:t>
            </a:r>
          </a:p>
          <a:p>
            <a:r>
              <a:t>Mean = Σx / n</a:t>
            </a:r>
          </a:p>
          <a:p/>
          <a:p>
            <a:r>
              <a:t>Used to measure central tendency.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Median is the middle value when data is sorted.</a:t>
            </a:r>
          </a:p>
          <a:p/>
          <a:p>
            <a:r>
              <a:t>If n is even: average of two middle values.</a:t>
            </a:r>
          </a:p>
          <a:p>
            <a:r>
              <a:t>Less affected by outliers.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 is the most frequently occurring value.</a:t>
            </a:r>
          </a:p>
          <a:p/>
          <a:p>
            <a:r>
              <a:t>Useful for categorical or discrete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Variance measures spread of data.</a:t>
            </a:r>
          </a:p>
          <a:p/>
          <a:p>
            <a:r>
              <a:t>Formula:</a:t>
            </a:r>
          </a:p>
          <a:p>
            <a:r>
              <a:t>σ² = Σ(x − μ)² / n</a:t>
            </a:r>
          </a:p>
          <a:p/>
          <a:p>
            <a:r>
              <a:t>Higher variance → more spread.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Deviation is the square root of variance.</a:t>
            </a:r>
          </a:p>
          <a:p/>
          <a:p>
            <a:r>
              <a:t>Formula:</a:t>
            </a:r>
          </a:p>
          <a:p>
            <a:r>
              <a:t>σ = √σ²</a:t>
            </a:r>
          </a:p>
          <a:p/>
          <a:p>
            <a:r>
              <a:t>Shows how far data deviates from mean.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Squared Error (MSE)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average squared difference between actual and predicted.</a:t>
            </a:r>
          </a:p>
          <a:p/>
          <a:p>
            <a:r>
              <a:t>Formula:</a:t>
            </a:r>
          </a:p>
          <a:p>
            <a:r>
              <a:t>MSE = (1/n) Σ(y − ŷ)²</a:t>
            </a:r>
          </a:p>
          <a:p/>
          <a:p>
            <a:r>
              <a:t>Penalizes large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Mean Squared Error (RMSE)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Square root of MSE.</a:t>
            </a:r>
          </a:p>
          <a:p/>
          <a:p>
            <a:r>
              <a:t>Formula:</a:t>
            </a:r>
          </a:p>
          <a:p>
            <a:r>
              <a:t>RMSE = √MSE</a:t>
            </a:r>
          </a:p>
          <a:p/>
          <a:p>
            <a:r>
              <a:t>Interpretable in same units as target.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R-Squared (R²)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goodness of fit.</a:t>
            </a:r>
          </a:p>
          <a:p/>
          <a:p>
            <a:r>
              <a:t>Formula:</a:t>
            </a:r>
          </a:p>
          <a:p>
            <a:r>
              <a:t>R² = 1 − (SSres / SStot)</a:t>
            </a:r>
          </a:p>
          <a:p/>
          <a:p>
            <a:r>
              <a:t>Range: 0 to 1</a:t>
            </a:r>
          </a:p>
          <a:p>
            <a:r>
              <a:t>Higher is better.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Adjusted R-Squared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Adjusted for number of predictors.</a:t>
            </a:r>
          </a:p>
          <a:p/>
          <a:p>
            <a:r>
              <a:t>Useful for multiple regression.</a:t>
            </a:r>
          </a:p>
          <a:p>
            <a:r>
              <a:t>Prevents overfitting.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predicts continuous values.</a:t>
            </a:r>
          </a:p>
          <a:p>
            <a:r>
              <a:t>Evaluation metrics quantify model accuracy.</a:t>
            </a:r>
          </a:p>
          <a:p>
            <a:r>
              <a:t>Statistical measures help understand data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