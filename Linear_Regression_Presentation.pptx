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Concepts, Workflow, and Example</a:t>
            </a:r>
          </a:p>
          <a:p>
            <a:r>
              <a:t>Data Science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learning algorithm</a:t>
            </a:r>
          </a:p>
          <a:p>
            <a:r>
              <a:t>• Predicts continuous dependent variable (Y)</a:t>
            </a:r>
          </a:p>
          <a:p>
            <a:r>
              <a:t>• Uses one or more independent variables (X)</a:t>
            </a:r>
          </a:p>
          <a:p>
            <a:r>
              <a:t>• Finds best-fit straight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Linear Regression</a:t>
            </a:r>
          </a:p>
          <a:p>
            <a:r>
              <a:t>  - One independent variable</a:t>
            </a:r>
          </a:p>
          <a:p/>
          <a:p>
            <a:r>
              <a:t>• Multiple Linear Regression</a:t>
            </a:r>
          </a:p>
          <a:p>
            <a:r>
              <a:t>  - Multiple independent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Establish linear relationship between X and Y</a:t>
            </a:r>
          </a:p>
          <a:p>
            <a:r>
              <a:t>• Equation: Y = β₀ + β₁X₁ + β₂X₂ + ... + ε</a:t>
            </a:r>
          </a:p>
          <a:p>
            <a:r>
              <a:t>• Goal: Minimize prediction error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β₀: Intercept</a:t>
            </a:r>
          </a:p>
          <a:p>
            <a:r>
              <a:t>• β₁, β₂: Coefficients</a:t>
            </a:r>
          </a:p>
          <a:p>
            <a:r>
              <a:t>• ε: Error term (Residual)</a:t>
            </a:r>
          </a:p>
          <a:p>
            <a:r>
              <a:t>• RSS: Residual Sum of Squares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Ordinary Least Squares (OLS)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Minimizes Residual Sum of Squares (RSS)</a:t>
            </a:r>
          </a:p>
          <a:p>
            <a:r>
              <a:t>• Distance between actual and predicted values</a:t>
            </a:r>
          </a:p>
          <a:p>
            <a:r>
              <a:t>• Best line has minimum total squared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Linearity</a:t>
            </a:r>
          </a:p>
          <a:p>
            <a:r>
              <a:t>2. Independence</a:t>
            </a:r>
          </a:p>
          <a:p>
            <a:r>
              <a:t>3. Homoscedasticity</a:t>
            </a:r>
          </a:p>
          <a:p>
            <a:r>
              <a:t>4. Normality of residuals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Problem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Defines business problem</a:t>
            </a:r>
          </a:p>
          <a:p>
            <a:r>
              <a:t>• Bridges business need and ML solution</a:t>
            </a:r>
          </a:p>
          <a:p>
            <a:r>
              <a:t>• Identifies target and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Problem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</a:t>
            </a:r>
          </a:p>
          <a:p>
            <a:r>
              <a:t>• Context</a:t>
            </a:r>
          </a:p>
          <a:p>
            <a:r>
              <a:t>• Target Variable</a:t>
            </a:r>
          </a:p>
          <a:p>
            <a:r>
              <a:t>•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Medical Insurance Cost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annual medical insurance premium</a:t>
            </a:r>
          </a:p>
          <a:p>
            <a:r>
              <a:t>• Type: Supervised Regression</a:t>
            </a:r>
          </a:p>
          <a:p>
            <a:r>
              <a:t>• Target: Charges</a:t>
            </a:r>
          </a:p>
          <a:p>
            <a:r>
              <a:t>• Use demographic &amp; health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</a:t>
            </a:r>
          </a:p>
          <a:p>
            <a:r>
              <a:t>• Sex</a:t>
            </a:r>
          </a:p>
          <a:p>
            <a:r>
              <a:t>• BMI</a:t>
            </a:r>
          </a:p>
          <a:p>
            <a:r>
              <a:t>• Children</a:t>
            </a:r>
          </a:p>
          <a:p>
            <a:r>
              <a:t>• Smoker</a:t>
            </a:r>
          </a:p>
          <a:p>
            <a:r>
              <a:t>• Region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Exploratory Data Analysis (EDA)</a:t>
            </a:r>
          </a:p>
          <a:p>
            <a:r>
              <a:t>3. Data Preprocessing</a:t>
            </a:r>
          </a:p>
          <a:p>
            <a:r>
              <a:t>4. Train-Test Split</a:t>
            </a:r>
          </a:p>
          <a:p>
            <a:r>
              <a:t>5. Model Training</a:t>
            </a:r>
          </a:p>
          <a:p>
            <a:r>
              <a:t>6. Model Evaluation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Heatmaps for correlation</a:t>
            </a:r>
          </a:p>
          <a:p>
            <a:r>
              <a:t>• Scatter plots for relationships</a:t>
            </a:r>
          </a:p>
          <a:p>
            <a:r>
              <a:t>• Outlier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 missing values</a:t>
            </a:r>
          </a:p>
          <a:p>
            <a:r>
              <a:t>• Encode categorical variables</a:t>
            </a:r>
          </a:p>
          <a:p>
            <a:r>
              <a:t>• Feature scaling (if required)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Mean Absolute Error (MAE)</a:t>
            </a:r>
          </a:p>
          <a:p>
            <a:r>
              <a:t>• Root Mean Squared Error (RMSE)</a:t>
            </a:r>
          </a:p>
          <a:p>
            <a:r>
              <a:t>• R-Squared (R²)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MAE: Average absolute error</a:t>
            </a:r>
          </a:p>
          <a:p>
            <a:r>
              <a:t>• RMSE: Penalizes large errors</a:t>
            </a:r>
          </a:p>
          <a:p>
            <a:r>
              <a:t>• R²: Explained variance (Closer to 1 is better)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 is simple and interpretable</a:t>
            </a:r>
          </a:p>
          <a:p>
            <a:r>
              <a:t>• Works best with linear relationships</a:t>
            </a:r>
          </a:p>
          <a:p>
            <a:r>
              <a:t>• Foundation for advanced ML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