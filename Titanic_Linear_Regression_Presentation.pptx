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Titanic Survival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Description, Preprocessing &amp; Linear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Description –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passenger survival</a:t>
            </a:r>
          </a:p>
          <a:p>
            <a:r>
              <a:t>• Supervised learning problem</a:t>
            </a:r>
          </a:p>
          <a:p>
            <a:r>
              <a:t>• Based on passenger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Target: Survived (0 = No, 1 = Yes)</a:t>
            </a:r>
          </a:p>
          <a:p>
            <a:r>
              <a:t>• Features:</a:t>
            </a:r>
          </a:p>
          <a:p>
            <a:r>
              <a:t>  - Pclass</a:t>
            </a:r>
          </a:p>
          <a:p>
            <a:r>
              <a:t>  - Sex</a:t>
            </a:r>
          </a:p>
          <a:p>
            <a:r>
              <a:t>  - Age</a:t>
            </a:r>
          </a:p>
          <a:p>
            <a:r>
              <a:t>  - Fare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 requires numeric data</a:t>
            </a:r>
          </a:p>
          <a:p>
            <a:r>
              <a:t>• No missing values allowed</a:t>
            </a:r>
          </a:p>
          <a:p>
            <a:r>
              <a:t>• Text must be encoded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→ Median</a:t>
            </a:r>
          </a:p>
          <a:p>
            <a:r>
              <a:t>• Cabin → Dropped</a:t>
            </a:r>
          </a:p>
          <a:p>
            <a:r>
              <a:t>• Embarked →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Sex → Sex_male</a:t>
            </a:r>
          </a:p>
          <a:p>
            <a:r>
              <a:t>• Embarked → Embarked_Q, Embarked_S</a:t>
            </a:r>
          </a:p>
          <a:p>
            <a:r>
              <a:t>• One-Hot Encoding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Choose survival-impacting features</a:t>
            </a:r>
          </a:p>
          <a:p>
            <a:r>
              <a:t>• Logic-driven selection</a:t>
            </a:r>
          </a:p>
          <a:p>
            <a:r>
              <a:t>• Sex &amp; Age are critical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and Fare have different scales</a:t>
            </a:r>
          </a:p>
          <a:p>
            <a:r>
              <a:t>• Use Standardization</a:t>
            </a:r>
          </a:p>
          <a:p>
            <a:r>
              <a:t>• Prevents biased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 outputs continuous value</a:t>
            </a:r>
          </a:p>
          <a:p>
            <a:r>
              <a:t>• Example: 0.75</a:t>
            </a:r>
          </a:p>
          <a:p>
            <a:r>
              <a:t>• Treated as survival probability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≥ 0.5 → Survived</a:t>
            </a:r>
          </a:p>
          <a:p>
            <a:r>
              <a:t>• &lt; 0.5 → Not Survived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Mean Squared Error (MSE)</a:t>
            </a:r>
          </a:p>
          <a:p>
            <a:r>
              <a:t>• R-Squared (R²)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Squared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Measures prediction error</a:t>
            </a:r>
          </a:p>
          <a:p>
            <a:r>
              <a:t>• Penalizes large errors</a:t>
            </a:r>
          </a:p>
          <a:p>
            <a:r>
              <a:t>• Lower is better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R-Squared (R²)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Explained variance</a:t>
            </a:r>
          </a:p>
          <a:p>
            <a:r>
              <a:t>• Example: R² = 0.40</a:t>
            </a:r>
          </a:p>
          <a:p>
            <a:r>
              <a:t>• 40% survival factors explained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Impact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Pclass → Negative</a:t>
            </a:r>
          </a:p>
          <a:p>
            <a:r>
              <a:t>• Sex_male → Strong Negative</a:t>
            </a:r>
          </a:p>
          <a:p>
            <a:r>
              <a:t>• Age → Negative</a:t>
            </a:r>
          </a:p>
          <a:p>
            <a:r>
              <a:t>• Fare → Positive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&amp; interpretable</a:t>
            </a:r>
          </a:p>
          <a:p>
            <a:r>
              <a:t>• Good baseline model</a:t>
            </a:r>
          </a:p>
          <a:p>
            <a:r>
              <a:t>• Understand feature impact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vs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→ Straight line</a:t>
            </a:r>
          </a:p>
          <a:p>
            <a:r>
              <a:t>• Logistic → Sigmoid curve</a:t>
            </a:r>
          </a:p>
          <a:p>
            <a:r>
              <a:t>• Logistic preferred for classification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Titanic is binary problem</a:t>
            </a:r>
          </a:p>
          <a:p>
            <a:r>
              <a:t>• Linear Regression as baseline</a:t>
            </a:r>
          </a:p>
          <a:p>
            <a:r>
              <a:t>• Logistic Regression is final choice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